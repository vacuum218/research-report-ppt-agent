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营业总收入（亿元）</c:v>
                </c:pt>
              </c:strCache>
            </c:strRef>
          </c:tx>
          <c:spPr>
            <a:solidFill>
              <a:srgbClr val="2F75B5"/>
            </a:solidFill>
            <a:ln>
              <a:solidFill>
                <a:srgbClr val="2F75B5"/>
              </a:solidFill>
            </a:ln>
          </c:spPr>
          <c:cat>
            <c:strRef>
              <c:f>Sheet1!$A$2:$A$5</c:f>
              <c:strCache>
                <c:ptCount val="4"/>
                <c:pt idx="0">
                  <c:v>2024A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4090.84</c:v>
                </c:pt>
                <c:pt idx="1">
                  <c:v>4435.57</c:v>
                </c:pt>
                <c:pt idx="2">
                  <c:v>4749.24</c:v>
                </c:pt>
                <c:pt idx="3">
                  <c:v>5071.4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64748B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79456312"/>
        <c:axId val="33489208"/>
      </c:barChart>
      <c:catAx>
        <c:axId val="79456312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/>
        <c:delete val="0"/>
        <c:axPos val="b"/>
        <c:majorGridlines>
          <c:spPr>
            <a:ln w="9525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79456312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美的集团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美的集团（000333）深度研究报告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000333.SZ  |  2025-10-30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家电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前三季度营收3630.57亿元(+13.82%)，归母净利润378.83亿元(+19.51%)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美的集团2025年前三季度营收3630.57亿元，同比增长13.82%；归母净利润378.83亿元，同比增长19.51%。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•净利润增速显著高于营收，盈利能力持续优化。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ToB业务整体收入+18%，新能源及工业技术+21%，智能建筑科技+25%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ToB业务前三季度整体收入同比增长18%，其中新能源及工业技术增长21%，智能建筑科技增长25%，机器人与自动化增长9%。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•三大板块齐头并进，智能建筑科技增速领先。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ToC收入1672亿元(+13.3%)，ToB收入645.4亿元(+20.8%)，双高端品牌+超60%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2025年上半年，公司ToC端智能家居收入1672亿元，同比+13.3%，双高端品牌COLMO+东芝零售额同比增长超60%；ToB端收入645.4亿元，同比+20.8%。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•双高端品牌COLMO+东芝零售额增长超60%，产品结构高端化成效显著。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近10年累计研发投入超1000亿元，全球专利超15万件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公司近10年累计研发投入超1000亿元，2024年研发投入超160亿元，全球专利申请量超15万件。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•2024年研发投入超160亿元，持续构筑技术壁垒。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综合毛利率升至26.42%、归母净利率升至9.42%，均创五年新高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公司综合毛利率自2020年23.73%回升至2024年26.42%，创近五年新高；归母净利率从8.32%升至9.42%。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•盈利指标持续改善，得益于产品结构优化与运营效率提升。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ToB业务占比提升至约26%，2024年商业及工业解决方案收入首次突破千亿至1045亿元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公司近三年收入结构显示ToB业务占比从约24%提升至约26%，2024年商业及工业解决方案收入首次突破千亿至1045亿元。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•收入结构多元化，ToB成为重要增长引擎，增强经营稳健性。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2024年空调总销量6140万台，全球市占率23.7%，行业第一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2024年美的空调总销量达6140万台，同比+15.5%，全球家用空调销量市占率23.7%，居行业首位。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•销量与份额双双领先，规模效应巩固成本优势。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嵌入式冰箱线上/线下零售额占比30.2%/58.4%，高端单品Q1销售额突破3亿元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2024年美的平嵌与零嵌入式冰箱线上/线下零售额占比分别达30.2%和58.4%，嵌入式“机皇”MR-550WUFIPZE在2025年Q1销售额突破3亿元。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•嵌入式设计引领行业潮流，高端化提升冰洗品类均价和盈利水平。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预计2025-2027年归母净利润432.39亿、474.07亿、517.05亿元，同比+12.20%、+9.64%、+9.07%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00"/>
                <a:gridCol w="976144"/>
                <a:gridCol w="787117"/>
                <a:gridCol w="976144"/>
                <a:gridCol w="787117"/>
                <a:gridCol w="69260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预测年度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营业总收入（亿元）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归母净利润（亿元）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4090.84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+9.47%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385.37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+14.29%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26.42%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4435.57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+8.43%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432.39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+12.20%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4749.24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+7.07%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474.07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+9.64%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5071.4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+6.78%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517.05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+9.07%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预计2025-2027年归母净利润分别为432.39亿元、474.07亿元、517.05亿元，同比增速12.20%、9.64%、9.07%。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•未来三年净利润保持稳步增长，成长能见度高。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2025E PE仅12.94倍，远低于5年均值16.75倍，估值折价明显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08760"/>
          <a:ext cx="5242529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当前股价约73.23元对应2025E PE 12.94倍，低于公司A股过去5年平均PE约16.75倍。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•历史低位估值提供安全边际，ToB转型成功有望推动估值重塑。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铜铝钢材套期保值，流动性安排160亿元，对冲原材料波动风险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公司开展铜、铝、钢材等大宗商品套期保值业务，流动性安排人民币160亿元，以应对原材料价格波动。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•有效管理成本端风险，保障利润率的稳定。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海外22个研发中心、23个制造基地，“区域供区域”模式弱化关税冲击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面对美国关税风险，公司通过海外22个研发中心、23个制造基地和“中国供全球+区域供区域”模式弱化冲击。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•全球化布局增强供应链韧性，规避贸易摩擦风险。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投资建议：目标价87元，重申“买入”评级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Closing slide with investment thesis and target price.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65889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•向科技集团转型，ToB+OBM双轮驱动，估值安全边际充足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