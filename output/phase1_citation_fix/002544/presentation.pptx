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普天科技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普天科技（002544）深度研究报告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002544  |  2025-10-28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通信</a:t>
            </a:r>
          </a:p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战略升维与结构重塑：普天科技从“地面通信服务商”向“空天地一体化平台”的跃迁之路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**从七所民品到“国家队”上市平台，战略定位持续升维。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•公司前身为中国电子科技集团公司第七研究所民品部门，2011年深交所上市，实际控制人为中国电科，控制权高度集中且稳定。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•作为中国电科在粤港澳大湾区的核心上市平台，被定位为集团内协外联的“主门户”和科技成果转化的“主阵地”，深度参与国家网信体系建设。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•公司正从传统通信技术服务商向空天地一体化信息服务商转型，积极布局卫星互联网、低空经济等新兴赛道。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战略升维与结构重塑：普天科技从“地面通信服务商”向“空天地一体化平台”的跃迁之路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160"/>
                <a:gridCol w="880492"/>
                <a:gridCol w="637945"/>
                <a:gridCol w="880492"/>
                <a:gridCol w="637945"/>
                <a:gridCol w="880495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业务板块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2022年收入（亿元）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2023年收入（亿元）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专网通信与智慧应用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41.59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58.78%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27.71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50.73%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22.42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公网通信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15.11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21.35%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14.92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27.31%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15.81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智能制造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19.87%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21.96%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70.76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54.63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49.73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**业务结构正在经历从“专网驱动”向“公网+智能制造双轮支撑”的切换，但盈利能力分化显著。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•公司拥有公网通信、专网通信与智慧应用、智能制造三大板块，形成“通信服务+行业应用+高端制造”的立体化业务格局。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•2024年专网通信与智慧应用收入占比45.08%，公网通信占31.80%，智能制造占23.11%；高毛利的专网和智能制造贡献主要利润。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•整体收入从2022年70.76亿元降至2024年49.73亿元，区域上高度聚焦国内市场。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战略升维与结构重塑：普天科技从“地面通信服务商”向“空天地一体化平台”的跃迁之路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**专网通信与智慧应用**是公司历史第一大板块，涵盖专网通信系统、智慧应用解决方案、卫星通信服务等产品线。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•专网通信与智慧应用：收入从2022年41.59亿元降至2024年22.42亿元，毛利率18.60%，为历史第一大板块但收缩明显。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•公网通信：2024年收入15.81亿元，同比回升约6.0%，但毛利率仅10.62%，竞争激烈。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•智能制造：2024年收入11.49亿元，毛利率23.26%为最高，结构优化趋势延续，2025年前三季度占比升至约25.82%。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竞争优势与卫星互联网产业卡位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5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股东赋能与全链闭环：普天科技“国家队”背景下的差异化竞争壁垒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**中国电子科技集团（CETC）的股东背景，是普天科技区别于一般通信企业的核心战略资源。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•公司定位为集团在粤港澳大湾区的核心上市平台，承担科技成果转化职能，在重大项目获取、产业链协同方面具备“国家队”优势。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•已构筑以资质壁垒、专利储备和国产替代能力为核心的双重护城河：拥有全链条行业一级资质，自主研制5G小基站等国产化产品，并成功突破运营商设备集采市场。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股东赋能与全链闭环：普天科技“国家队”背景下的差异化竞争壁垒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**智能制造板块构成公司另一重要技术壁垒，并直接服务于通信设备及卫星相关组件的内部供应。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•智能制造板块持续强化高端PCB、时频器件、北斗终端等迭代，为通信设备及卫星组件提供内部配套。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•在6G与卫星互联网领域，公司深度参与CCSA标准制定，完成“无信关站”手持机直连卫星样机研制。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•构建“基础元器件—通信设备—行业解决方案—运营服务”垂直产业链，实现成本协同与交付效率优势。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•优质客户资源覆盖运营商、政府、行业及卫星运营领域，形成难以复制的市场渠道护城河。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组网加速与政策闭环共振，普天科技卡位地面设备价值链核心环节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**国内卫星互联网产业正从“概念验证”迈入“高频组网-批量制造-配套建设”的实质性投资阶段。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•2024年行业市场规模353.3亿元，预计2025年增至376亿元；产业链中地面设备制造环节价值量占比最高（全球约51.6%，国内约30%）。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组网加速与政策闭环共振，普天科技卡位地面设备价值链核心环节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**政策体系加速完善，顶层设计与行业标准协同发力，为产业加速提供了制度保障。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•近一年政策框架呈现“国家定方向、标准做支撑、地方落项目”的多层协同特征，海南商业航天发射场已投入运营。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•千帆星座和GW星座已启动正式组网，2025年预计发星700-800颗，较2024年增长10倍以上，地面设备招标将随卫星部署同步启动。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组网加速与政策闭环共振，普天科技卡位地面设备价值链核心环节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**普天科技精准卡位地面设备和通信系统解决方案，产品矩阵覆盖从固定地面站到用户终端的完整链条，形成了“终端突破→系统集成→标准引领”的梯度布局。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•PDT星通站实现PDT移动站与卫星便携站二合一集成，具备覆盖广、易部署优势。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•“无信关站”手持机直连低轨卫星通信技术已完成样机研制，降低卫星通信使用门槛和部署成本。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•天通北斗融合通信系统形成“天通+北斗”双链路备份，适用于智慧应急场景。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组网加速与政策闭环共振，普天科技卡位地面设备价值链核心环节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**在标准制定层面，公司已深度嵌入空天地一体化通信的技术生态体系，形成了“标准+产品”的双轮驱动格局。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•公司深度参与CCSA空天地多模式协同组网标准制定，形成“标准+产品”双轮驱动。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•凭借“国家队”身份和系统级解决方案能力，在众多竞争者中构筑差异化壁垒，并已展现出规模化交付能力。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•与氦星光联、忆芯科技等成立“空天智算联合研发中心”，与西电ISN实验室成立联合实验室，构建产学研用协同生态。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组网加速与政策闭环共振，普天科技卡位地面设备价值链核心环节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**综合来看，普天科技在卫星互联网领域已构建起从终端设备到系统集成、从标准制定到产品落地的多层次产品与解决方案体系。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•公司具备核心元器件自研能力与系统级集成经验，有望在地面设备这一价值链核心环节持续获益。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•产学研用一体化合作架构正在搭建从地面信关站到星上载荷、从标准制定到商业运营的全链条能力底座。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盈利预测与投资建议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13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盈利预测：三大业务分化修复，新兴赛道驱动增长中枢上移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623"/>
                <a:gridCol w="1118406"/>
                <a:gridCol w="818832"/>
                <a:gridCol w="818832"/>
                <a:gridCol w="818836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2024年（近一年）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公网通信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15.81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18.19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20.91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24.05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10.62%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专网通信与智慧应用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22.42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23.54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24.72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25.95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18.60%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智能制造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13.22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17.48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**核心判断：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•公网通信受益于5G纵深覆盖与新兴领域布局，预计2025-2027年收入增速均为15%，毛利率维持11%。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•专网通信与智慧应用受客户资金压力影响短期承压，预计2025-2027年收入增速均为5%，毛利率修复至19%。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•智能制造受益于PCB行业景气复苏和高端结构优化，预计2025-2027年收入增速均为15%，毛利率维持23%。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盈利预测：三大业务分化修复，新兴赛道驱动增长中枢上移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291"/>
                <a:gridCol w="954809"/>
                <a:gridCol w="954809"/>
                <a:gridCol w="954809"/>
                <a:gridCol w="954811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Item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销售费用率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管理费用率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4.4%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研发费用率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4.6%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**费用率：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•销售费用率预计从2024年4.0%降至2027年3.5%，管理费用率从4.4%降至3.5%。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•研发费用率受益于产品成熟度提高，预计从5.1%逐步回落至4.5%。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盈利拐点确立，现金流改善驱动估值修复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17"/>
                <a:gridCol w="903328"/>
                <a:gridCol w="903328"/>
                <a:gridCol w="903328"/>
                <a:gridCol w="903328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营业总收入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49.73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56.07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63.33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71.08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营业总成本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50.02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55.06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61.22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67.8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其中：营业成本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41.2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45.98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51.61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57.57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税金及附加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0.17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0.19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销售费用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1.97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2.13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2.34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2.56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管理费用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2.21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2.35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2.53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2.77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研发费用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2.52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2.69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2.91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财务费用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-0.03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**核心观点：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•营收恢复增长，毛利率逐步改善，驱动归母净利润快速增长，2025-2027年分别预测为0.97/1.89/2.61亿元。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盈利拐点确立，现金流改善驱动估值修复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842"/>
                <a:gridCol w="881978"/>
                <a:gridCol w="928235"/>
                <a:gridCol w="928235"/>
                <a:gridCol w="928239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2024年末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2025年末E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2026年末E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2027年末E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资产合计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98.94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107.83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117.28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126.93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流动资产合计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83.55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90.99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98.95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107.1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其中：货币资金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20.74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26.96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29.74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32.58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应收票据及应收账款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43.56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46.73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50.66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54.68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存货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13.51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14.37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15.64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16.93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非流动资产合计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15.39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16.84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18.33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19.83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其中：固定资产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5.79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6.34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6.92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7.54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在建工程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3.75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3.02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**资产负债表：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•总资产预计从98.94亿元增至126.93亿元，应收账款和存货周转率持续改善。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•资产负债率小幅上升至65.73%，短期偿债能力维持在安全水平。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盈利拐点确立，现金流改善驱动估值修复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353"/>
                <a:gridCol w="809543"/>
                <a:gridCol w="809543"/>
                <a:gridCol w="809543"/>
                <a:gridCol w="809547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经营活动现金流量净额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0.56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2.27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4.01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归母净利润（含少数）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0.97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1.89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2.61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加：折旧摊销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1.19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1.35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营运资本变动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-0.74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投资活动现金流量净额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-1.85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-1.8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-1.9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筹资活动现金流量净额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-1.45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-0.23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-0.27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-0.31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现金及现金等价物净增加额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-2.7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1.07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期末现金及现金等价物余额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18.93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19.17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21.94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**现金流量表：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•经营活动现金流净额预计从0.56亿元提升至4.01亿元，自由现金流2025年转正并持续扩大。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•期末现金余额从18.93亿元增至21.94亿元，为偿债和潜在分红提供坚实基础。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盈利拐点确立，现金流改善驱动估值修复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555"/>
                <a:gridCol w="1479558"/>
                <a:gridCol w="687353"/>
                <a:gridCol w="687353"/>
                <a:gridCol w="687353"/>
                <a:gridCol w="687357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指标类别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指标名称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成长能力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营收同比增速（%）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-8.98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12.75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12.95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归母净利润同比增速（%）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-68.56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781.82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94.85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38.1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盈利能力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销售毛利率（%）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17.15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归母净利率（%）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2.98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3.67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加权平均ROE（%）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4.95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6.53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基本每股收益（元）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0.02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0.29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0.37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0.38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每股净资产（元）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5.61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5.87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6.23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运营能力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应收账款周转率（次）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1.14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1.25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**估值与投资含义：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•ROE从2024年0.30%提升至2027年6.53%，盈利能力恢复显著。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•营收增速兑现度与毛利率改善节奏是估值回归的核心变量。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估值失真下的价值洼地：普天科技卫星互联网赛道布局的性价比分析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44"/>
                <a:gridCol w="1344354"/>
                <a:gridCol w="958957"/>
                <a:gridCol w="1652674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公司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业务定位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PE(TTM，倍）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国博电子(688375)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卫星核心元器件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42.4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盈利稳定，估值合理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中国卫通(601698)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卫星运营服务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193.42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亚洲第二大固网卫星运营商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北斗星通(002151)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导航定位产品与服务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193.9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北斗产业链首家上市公司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海格通信(002465)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导航芯片、地面设备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527.79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2024年净利润同比降92.44%致PE走高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中国卫星(600118)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宇航制造与卫星应用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微利/亏损，PE为负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航天宏图(688066)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卫星遥感与全产业链布局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亏损状态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上海瀚讯(300762)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卫星通信设备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亏损状态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震有科技(688418)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卫星通信设备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负值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亏损状态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**估值失真下的价值洼地：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•选取8家可比公司，4家因亏损PE为负，4家正PE均值为239.38倍；普天科技PE(TTM)约1,588倍，因2025年前三季度净利润仅1,755.67万元。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•以预测市盈率看，2025-2027年PE将快速降至143/107/77倍，进入可比区间，反映估值性价比。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•维持“推荐”评级，核心逻辑：卫星互联网卡位明确，业绩拐点确立，估值修复空间显著。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卫星互联网商业化路径漫长，竞争加剧与订单波动双重挤压短期盈利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**卫星互联网产业建设不及预期，公司战略布局短期难以兑现收入增量。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•国内低轨星座仍面临成本高、发射能力不足、商业需求培育不足等瓶颈，组网进度存在不确定性。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•公司卫星互联网业务尚未独立贡献收入，布局分散在现有板块中，收入转化高度依赖建设节奏。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•技术布局虽广，但多数处于攻关阶段，商业化时间表不确定，研发投入可能面临减值风险。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卫星互联网商业化路径漫长，竞争加剧与订单波动双重挤压短期盈利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**行业竞争加剧与订单波动风险：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•通信技术服务和高端PCB领域竞争激烈，智能制造毛利率已从2022年36.10%降至2024年23.26%，预测2025年进一步下行。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•运营商订单上半年低迷、下半年集中结算的季节性特征，可能导致短期财务指标异常波动。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•客户集中度较低（前五大客户合计14.66%），对单一客户波动有一定缓冲，但核心客户份额有待提升。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90" y="685800"/>
            <a:ext cx="10241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投资建议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2331720"/>
            <a:ext cx="9753539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维持普天科技“推荐”评级。公司作为卫星互联网“国家队”，卡位地面设备核心赛道，盈利拐点显现，估值有望快速消化。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03320"/>
            <a:ext cx="9265889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•预计2025-2027年归母净利润分别为1.08/1.45/2.01亿元，对应PE为143/107/77倍。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•催化剂：千帆星座组网加速，手持机直连卫星技术产业化推进，新兴赛道订单落地。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